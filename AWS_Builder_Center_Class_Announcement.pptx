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097280"/>
            <a:ext cx="1097280" cy="656268"/>
          </a:xfrm>
          <a:prstGeom prst="rect">
            <a:avLst/>
          </a:prstGeom>
        </p:spPr>
      </p:pic>
      <p:pic>
        <p:nvPicPr>
          <p:cNvPr id="5" name="Picture 4" descr="ABC White (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280160"/>
            <a:ext cx="3291840" cy="36690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71600" y="2057400"/>
            <a:ext cx="2926080" cy="32004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CAMPUS ANNOUNCEMENT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8686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8FAFC"/>
                </a:solidFill>
                <a:latin typeface="Amazon Ember"/>
              </a:defRPr>
            </a:pPr>
            <a:r>
              <a:t>Build What's Next with AWS</a:t>
            </a:r>
          </a:p>
          <a:p>
            <a:pPr>
              <a:spcBef>
                <a:spcPts val="800"/>
              </a:spcBef>
              <a:defRPr sz="1700">
                <a:solidFill>
                  <a:srgbClr val="EC7211"/>
                </a:solidFill>
                <a:latin typeface="Amazon Ember"/>
              </a:defRPr>
            </a:pPr>
            <a:r>
              <a:t>Discover AWS Builder Center — Your Global Gateway to Cloud, AI &amp; Community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663440"/>
            <a:ext cx="9418320" cy="10515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Presented by Sathwik Bhat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Student Builder Campus Leader (SBCL)  •  @bhatsathwik  •  builder.aws.com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Meet Your Campus Leader: Sathwik Bhat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3657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554480"/>
          <a:lstStyle/>
          <a:p>
            <a:pPr algn="ctr">
              <a:defRPr sz="2000" b="1">
                <a:solidFill>
                  <a:srgbClr val="F8FAFC"/>
                </a:solidFill>
                <a:latin typeface="Amazon Ember"/>
              </a:defRPr>
            </a:pPr>
            <a:r>
              <a:t>Sathwik Bhat</a:t>
            </a:r>
          </a:p>
          <a:p>
            <a:pPr>
              <a:spcBef>
                <a:spcPts val="4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Amazon Ember"/>
              </a:defRPr>
            </a:pPr>
            <a:r>
              <a:t>AWS Student Builder Campus Leader (SBCL) on our campus, helping students explore real-world cloud computing, GenAI tools, and certification guidance.</a:t>
            </a:r>
          </a:p>
          <a:p>
            <a:pPr>
              <a:spcBef>
                <a:spcPts val="16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Builder Center Handle:</a:t>
            </a:r>
            <a:br/>
            <a:r>
              <a:t>@bhatsathwik  •  SATHWIK K BHAT</a:t>
            </a:r>
          </a:p>
        </p:txBody>
      </p:sp>
      <p:pic>
        <p:nvPicPr>
          <p:cNvPr id="8" name="Picture 7" descr="sathwik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1783080"/>
            <a:ext cx="1188720" cy="1188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46320" y="1554480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01.  Connecting Our Campus to AWS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Direct bridge to AWS learning resources, developer community programs, hackathons, and technical challenges.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90672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02.  Free Cloud &amp; AI Learning for Everyone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Enabling peers across all branches and years to master high-demand cloud and GenAI tools at zero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4626864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03.  Mentorship &amp; Certification Preparation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Guiding you through AWS certification pathways (Cloud Practitioner, Solutions Architect), workshops, and project showcases.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THE BUILDER COMMUNITY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What is AWS Builder Center?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Amazon Ember"/>
              </a:defRPr>
            </a:pPr>
            <a:r>
              <a:t>The Home for Builders Worldwide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Builder Center is Amazon's premier interactive space where developers, students, and cloud builders come together to learn, build, and connect.</a:t>
            </a:r>
          </a:p>
          <a:p>
            <a:pPr>
              <a:spcBef>
                <a:spcPts val="1400"/>
              </a:spcBef>
              <a:defRPr sz="1300" b="1">
                <a:solidFill>
                  <a:srgbClr val="EC7211"/>
                </a:solidFill>
                <a:latin typeface="Amazon Ember"/>
              </a:defRPr>
            </a:pPr>
            <a:r>
              <a:t>Key Highlights for Students: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Curated Technical Articles: </a:t>
            </a:r>
            <a:r>
              <a:rPr b="0">
                <a:solidFill>
                  <a:srgbClr val="94A3B8"/>
                </a:solidFill>
              </a:rPr>
              <a:t>Access real-world technical articles, tutorials, architecture patterns, and publish your own student projects.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Global Developer Network: </a:t>
            </a:r>
            <a:r>
              <a:rPr b="0">
                <a:solidFill>
                  <a:srgbClr val="94A3B8"/>
                </a:solidFill>
              </a:rPr>
              <a:t>Directly interact with AWS Community Builders, AWS Heroes, and student leaders worldwide.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Hands-On Labs &amp; Toolboxes: </a:t>
            </a:r>
            <a:r>
              <a:rPr b="0">
                <a:solidFill>
                  <a:srgbClr val="94A3B8"/>
                </a:solidFill>
              </a:rPr>
              <a:t>Explore AWS Free Tier, Serverless tools, and guided workshops without complex billing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30352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-20260916-WA0040.jpg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920240"/>
            <a:ext cx="5120640" cy="2537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16002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LIVE DASHBOARD: AWS BUILDER CENTER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EXCLUSIVE PERKS FOR OUR 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Why Should You Join? Student Benefits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600+ Free Courses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Full access to AWS Skill Builder courses, curated learning paths for Cloud Practitioner, AI &amp; Solutions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Hands-On Tutorials &amp; Labs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Step-by-step interactive workshops, serverless labs, and real cloud building experiences right from your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Weekly Challenges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Structured problem-solving challenges to test your skills, earn digital credentials, and showcase verified builds on LinkedIn.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Global Tech Network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Direct connection to AWS engineers, student leaders across universities, and unlock mentorship &amp; campus leadership opportunities.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577840"/>
            <a:ext cx="10149840" cy="64008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C"/>
                </a:solidFill>
                <a:latin typeface="Amazon Ember"/>
              </a:defRPr>
            </a:pPr>
            <a:r>
              <a:t>100% FREE FOR STUDENTS  —  NO CREDIT CARD OR BILLING SETUP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QUICK ONBOARDING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How to Sign Up in 4 Quick Steps (Takes 60s)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01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Scan &amp; Tap Sign In</a:t>
            </a:r>
          </a:p>
        </p:txBody>
      </p:sp>
      <p:pic>
        <p:nvPicPr>
          <p:cNvPr id="9" name="Picture 8" descr="step1_cropp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" y="2560320"/>
            <a:ext cx="1837943" cy="3520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2044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02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Tap &lt; Back Arrow</a:t>
            </a:r>
          </a:p>
        </p:txBody>
      </p:sp>
      <p:pic>
        <p:nvPicPr>
          <p:cNvPr id="12" name="Picture 11" descr="step2_cropp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3048" y="2560320"/>
            <a:ext cx="1837943" cy="35204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2648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03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Claim Unique @Alias</a:t>
            </a:r>
          </a:p>
        </p:txBody>
      </p:sp>
      <p:pic>
        <p:nvPicPr>
          <p:cNvPr id="15" name="Picture 14" descr="Screenshot_20260916-1914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2560320"/>
            <a:ext cx="1837943" cy="35204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73252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04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Confirm Student Status</a:t>
            </a:r>
          </a:p>
        </p:txBody>
      </p:sp>
      <p:pic>
        <p:nvPicPr>
          <p:cNvPr id="18" name="Picture 17" descr="Screenshot_20260916-1914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560320"/>
            <a:ext cx="1837943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JOIN OUR CAMPUS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Scan Now &amp; Join AWS Builder Center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783080"/>
            <a:ext cx="3383280" cy="3251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349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430"/>
                </a:solidFill>
                <a:latin typeface="Amazon Ember"/>
              </a:defRPr>
            </a:pPr>
            <a:r>
              <a:t>SCAN WITH YOUR PHONE 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554480"/>
            <a:ext cx="5943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defRPr sz="1300" b="1">
                <a:solidFill>
                  <a:srgbClr val="94A3B8"/>
                </a:solidFill>
                <a:latin typeface="Amazon Ember"/>
              </a:defRPr>
            </a:pPr>
            <a:r>
              <a:t>Exclusive Sign-Up Link:</a:t>
            </a:r>
          </a:p>
          <a:p>
            <a:pPr>
              <a:spcBef>
                <a:spcPts val="400"/>
              </a:spcBef>
              <a:defRPr sz="2200" b="1">
                <a:solidFill>
                  <a:srgbClr val="EC7211"/>
                </a:solidFill>
                <a:latin typeface="Amazon Ember"/>
              </a:defRPr>
            </a:pPr>
            <a:r>
              <a:t>https://bit.ly/4hQ40lk</a:t>
            </a:r>
          </a:p>
          <a:p>
            <a:pPr>
              <a:spcBef>
                <a:spcPts val="1600"/>
              </a:spcBef>
              <a:defRPr sz="1300" b="1">
                <a:solidFill>
                  <a:srgbClr val="F8FAFC"/>
                </a:solidFill>
                <a:latin typeface="Amazon Ember"/>
              </a:defRPr>
            </a:pPr>
            <a:r>
              <a:t>Why you need to claim it today: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First-come, first-served handles: </a:t>
            </a:r>
            <a:r>
              <a:rPr b="0">
                <a:solidFill>
                  <a:srgbClr val="94A3B8"/>
                </a:solidFill>
              </a:rPr>
              <a:t>Unique @aliases cannot be changed once chosen. Reserve your personal name or handle today.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Instant access to free perks: </a:t>
            </a:r>
            <a:r>
              <a:rPr b="0">
                <a:solidFill>
                  <a:srgbClr val="94A3B8"/>
                </a:solidFill>
              </a:rPr>
              <a:t>Unlock 600+ Skill Builder courses &amp; hands-on workshops right away.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Connect with Sathwik Bhat (@bhatsathwik): </a:t>
            </a:r>
            <a:r>
              <a:rPr b="0">
                <a:solidFill>
                  <a:srgbClr val="94A3B8"/>
                </a:solidFill>
              </a:rPr>
              <a:t>Connect with me on campus for project guidance, student study groups, and certifications.</a:t>
            </a:r>
          </a:p>
          <a:p>
            <a:pPr>
              <a:spcBef>
                <a:spcPts val="18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